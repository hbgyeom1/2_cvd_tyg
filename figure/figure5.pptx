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81003" y="0"/>
              <a:ext cx="6981992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652822" y="69589"/>
              <a:ext cx="6340585" cy="63405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652822" y="5617600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652822" y="4032454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52822" y="2447308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52822" y="862162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445395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30541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615687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200834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652822" y="6410174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652822" y="4825027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652822" y="3239881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652822" y="1654735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652822" y="69589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652822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237968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823114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408261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993407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652822" y="69589"/>
              <a:ext cx="6340585" cy="6340585"/>
            </a:xfrm>
            <a:custGeom>
              <a:avLst/>
              <a:pathLst>
                <a:path w="6340585" h="6340585">
                  <a:moveTo>
                    <a:pt x="0" y="6340585"/>
                  </a:moveTo>
                  <a:lnTo>
                    <a:pt x="1462768" y="3891332"/>
                  </a:lnTo>
                  <a:lnTo>
                    <a:pt x="2989872" y="1980329"/>
                  </a:lnTo>
                  <a:lnTo>
                    <a:pt x="4614242" y="690251"/>
                  </a:lnTo>
                  <a:lnTo>
                    <a:pt x="6340585" y="0"/>
                  </a:ln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652822" y="69589"/>
              <a:ext cx="6340585" cy="6340585"/>
            </a:xfrm>
            <a:custGeom>
              <a:avLst/>
              <a:pathLst>
                <a:path w="6340585" h="6340585">
                  <a:moveTo>
                    <a:pt x="0" y="6340585"/>
                  </a:moveTo>
                  <a:lnTo>
                    <a:pt x="1277055" y="3410782"/>
                  </a:lnTo>
                  <a:lnTo>
                    <a:pt x="2853439" y="1436481"/>
                  </a:lnTo>
                  <a:lnTo>
                    <a:pt x="4610243" y="345341"/>
                  </a:lnTo>
                  <a:lnTo>
                    <a:pt x="6340585" y="0"/>
                  </a:ln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652822" y="69589"/>
              <a:ext cx="6340585" cy="6340585"/>
            </a:xfrm>
            <a:custGeom>
              <a:avLst/>
              <a:pathLst>
                <a:path w="6340585" h="6340585">
                  <a:moveTo>
                    <a:pt x="0" y="6340585"/>
                  </a:moveTo>
                  <a:lnTo>
                    <a:pt x="1509814" y="4097589"/>
                  </a:lnTo>
                  <a:lnTo>
                    <a:pt x="3013512" y="2212422"/>
                  </a:lnTo>
                  <a:lnTo>
                    <a:pt x="4614948" y="850435"/>
                  </a:lnTo>
                  <a:lnTo>
                    <a:pt x="6340585" y="0"/>
                  </a:ln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652822" y="69589"/>
              <a:ext cx="6340585" cy="6340585"/>
            </a:xfrm>
            <a:custGeom>
              <a:avLst/>
              <a:pathLst>
                <a:path w="6340585" h="6340585">
                  <a:moveTo>
                    <a:pt x="0" y="6340585"/>
                  </a:moveTo>
                  <a:lnTo>
                    <a:pt x="1401844" y="3710049"/>
                  </a:lnTo>
                  <a:lnTo>
                    <a:pt x="2949530" y="1699578"/>
                  </a:lnTo>
                  <a:lnTo>
                    <a:pt x="4662229" y="511122"/>
                  </a:lnTo>
                  <a:lnTo>
                    <a:pt x="6340585" y="0"/>
                  </a:ln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652822" y="641017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1652822" y="69589"/>
              <a:ext cx="6340585" cy="634058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1341475" y="6363128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341475" y="4777981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1341475" y="3192835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341475" y="1607689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341475" y="22543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35" name="pl35"/>
            <p:cNvSpPr/>
            <p:nvPr/>
          </p:nvSpPr>
          <p:spPr>
            <a:xfrm>
              <a:off x="1618027" y="64101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618027" y="48250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618027" y="32398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618027" y="16547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618027" y="695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652822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237968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823114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408261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993407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1528463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113610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0.25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98756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83902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869048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334459" y="6632322"/>
              <a:ext cx="977310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1 - specificity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829181" y="3181039"/>
              <a:ext cx="760506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Sensitivity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5694299" y="4633556"/>
              <a:ext cx="2061981" cy="10170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763888" y="470314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785834" y="481287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5763888" y="492260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785834" y="503232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763888" y="514205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785834" y="525178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5763888" y="536151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785834" y="547124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6052933" y="4762398"/>
              <a:ext cx="1235720" cy="1009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TyG (AUC = 0.634)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052933" y="4981854"/>
              <a:ext cx="1633758" cy="1009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TyG-ABSI (AUC = 0.704)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052933" y="5201310"/>
              <a:ext cx="1206825" cy="1009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AIP (AUC = 0.607)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052933" y="5420766"/>
              <a:ext cx="1576517" cy="1009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METS-IR (AUC = 0.663)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81003" y="0"/>
              <a:ext cx="6981992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652822" y="69589"/>
              <a:ext cx="6340585" cy="63405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652822" y="5617600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652822" y="4032454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52822" y="2447308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52822" y="862162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445395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30541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615687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200834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652822" y="6410174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652822" y="4825027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652822" y="3239881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652822" y="1654735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652822" y="69589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652822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237968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823114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408261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993407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652822" y="69589"/>
              <a:ext cx="6340585" cy="6340585"/>
            </a:xfrm>
            <a:custGeom>
              <a:avLst/>
              <a:pathLst>
                <a:path w="6340585" h="6340585">
                  <a:moveTo>
                    <a:pt x="0" y="6340585"/>
                  </a:moveTo>
                  <a:lnTo>
                    <a:pt x="1535504" y="3867457"/>
                  </a:lnTo>
                  <a:lnTo>
                    <a:pt x="3089661" y="1939964"/>
                  </a:lnTo>
                  <a:lnTo>
                    <a:pt x="4685896" y="637924"/>
                  </a:lnTo>
                  <a:lnTo>
                    <a:pt x="6340585" y="0"/>
                  </a:ln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652822" y="69589"/>
              <a:ext cx="6340585" cy="6340585"/>
            </a:xfrm>
            <a:custGeom>
              <a:avLst/>
              <a:pathLst>
                <a:path w="6340585" h="6340585">
                  <a:moveTo>
                    <a:pt x="0" y="6340585"/>
                  </a:moveTo>
                  <a:lnTo>
                    <a:pt x="1431612" y="3558784"/>
                  </a:lnTo>
                  <a:lnTo>
                    <a:pt x="3032618" y="1547731"/>
                  </a:lnTo>
                  <a:lnTo>
                    <a:pt x="4722877" y="372278"/>
                  </a:lnTo>
                  <a:lnTo>
                    <a:pt x="6340585" y="0"/>
                  </a:ln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652822" y="69589"/>
              <a:ext cx="6340585" cy="6340585"/>
            </a:xfrm>
            <a:custGeom>
              <a:avLst/>
              <a:pathLst>
                <a:path w="6340585" h="6340585">
                  <a:moveTo>
                    <a:pt x="0" y="6340585"/>
                  </a:moveTo>
                  <a:lnTo>
                    <a:pt x="1588209" y="4219781"/>
                  </a:lnTo>
                  <a:lnTo>
                    <a:pt x="3119593" y="2322844"/>
                  </a:lnTo>
                  <a:lnTo>
                    <a:pt x="4695006" y="918536"/>
                  </a:lnTo>
                  <a:lnTo>
                    <a:pt x="6340585" y="0"/>
                  </a:ln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652822" y="69589"/>
              <a:ext cx="6340585" cy="6340585"/>
            </a:xfrm>
            <a:custGeom>
              <a:avLst/>
              <a:pathLst>
                <a:path w="6340585" h="6340585">
                  <a:moveTo>
                    <a:pt x="0" y="6340585"/>
                  </a:moveTo>
                  <a:lnTo>
                    <a:pt x="1539408" y="3950393"/>
                  </a:lnTo>
                  <a:lnTo>
                    <a:pt x="3122846" y="1938093"/>
                  </a:lnTo>
                  <a:lnTo>
                    <a:pt x="4768316" y="598015"/>
                  </a:lnTo>
                  <a:lnTo>
                    <a:pt x="6340585" y="0"/>
                  </a:ln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652822" y="641017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1652822" y="69589"/>
              <a:ext cx="6340585" cy="634058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1341475" y="6363128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341475" y="4777981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1341475" y="3192835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341475" y="1607689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341475" y="22543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35" name="pl35"/>
            <p:cNvSpPr/>
            <p:nvPr/>
          </p:nvSpPr>
          <p:spPr>
            <a:xfrm>
              <a:off x="1618027" y="64101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618027" y="48250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618027" y="32398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618027" y="16547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618027" y="695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652822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237968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823114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408261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993407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1528463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113610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0.25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98756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83902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869048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334459" y="6632322"/>
              <a:ext cx="977310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1 - specificity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829181" y="3181039"/>
              <a:ext cx="760506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Sensitivity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5694299" y="4633556"/>
              <a:ext cx="2061981" cy="10170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763888" y="470314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785834" y="481287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5763888" y="492260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785834" y="503232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763888" y="514205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785834" y="525178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5763888" y="536151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785834" y="547124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6052933" y="4762398"/>
              <a:ext cx="1235720" cy="1009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TyG (AUC = 0.629)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052933" y="4981854"/>
              <a:ext cx="1633758" cy="1009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TyG-ABSI (AUC = 0.674)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052933" y="5201310"/>
              <a:ext cx="1206825" cy="1009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AIP (AUC = 0.584)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052933" y="5420766"/>
              <a:ext cx="1576517" cy="1009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METS-IR (AUC = 0.623)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81003" y="0"/>
              <a:ext cx="6981992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652822" y="69589"/>
              <a:ext cx="6340585" cy="63405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652822" y="5617600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652822" y="4032454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52822" y="2447308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52822" y="862162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445395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30541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615687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200834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652822" y="6410174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652822" y="4825027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652822" y="3239881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652822" y="1654735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652822" y="69589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652822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237968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823114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408261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993407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652822" y="69589"/>
              <a:ext cx="6340585" cy="6340585"/>
            </a:xfrm>
            <a:custGeom>
              <a:avLst/>
              <a:pathLst>
                <a:path w="6340585" h="6340585">
                  <a:moveTo>
                    <a:pt x="0" y="6340585"/>
                  </a:moveTo>
                  <a:lnTo>
                    <a:pt x="1663010" y="4071529"/>
                  </a:lnTo>
                  <a:lnTo>
                    <a:pt x="3266045" y="2126625"/>
                  </a:lnTo>
                  <a:lnTo>
                    <a:pt x="4821533" y="721972"/>
                  </a:lnTo>
                  <a:lnTo>
                    <a:pt x="6340585" y="0"/>
                  </a:ln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652822" y="69589"/>
              <a:ext cx="6340585" cy="6340585"/>
            </a:xfrm>
            <a:custGeom>
              <a:avLst/>
              <a:pathLst>
                <a:path w="6340585" h="6340585">
                  <a:moveTo>
                    <a:pt x="0" y="6340585"/>
                  </a:moveTo>
                  <a:lnTo>
                    <a:pt x="1603882" y="3261152"/>
                  </a:lnTo>
                  <a:lnTo>
                    <a:pt x="3262655" y="1443944"/>
                  </a:lnTo>
                  <a:lnTo>
                    <a:pt x="4885839" y="309416"/>
                  </a:lnTo>
                  <a:lnTo>
                    <a:pt x="6340585" y="0"/>
                  </a:ln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652822" y="69589"/>
              <a:ext cx="6340585" cy="6340585"/>
            </a:xfrm>
            <a:custGeom>
              <a:avLst/>
              <a:pathLst>
                <a:path w="6340585" h="6340585">
                  <a:moveTo>
                    <a:pt x="0" y="6340585"/>
                  </a:moveTo>
                  <a:lnTo>
                    <a:pt x="1657831" y="4189402"/>
                  </a:lnTo>
                  <a:lnTo>
                    <a:pt x="3234315" y="2131536"/>
                  </a:lnTo>
                  <a:lnTo>
                    <a:pt x="4788203" y="780908"/>
                  </a:lnTo>
                  <a:lnTo>
                    <a:pt x="6340585" y="0"/>
                  </a:ln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652822" y="69589"/>
              <a:ext cx="6340585" cy="6340585"/>
            </a:xfrm>
            <a:custGeom>
              <a:avLst/>
              <a:pathLst>
                <a:path w="6340585" h="6340585">
                  <a:moveTo>
                    <a:pt x="0" y="6340585"/>
                  </a:moveTo>
                  <a:lnTo>
                    <a:pt x="1653877" y="4071529"/>
                  </a:lnTo>
                  <a:lnTo>
                    <a:pt x="3291278" y="1925258"/>
                  </a:lnTo>
                  <a:lnTo>
                    <a:pt x="4896007" y="559896"/>
                  </a:lnTo>
                  <a:lnTo>
                    <a:pt x="6340585" y="0"/>
                  </a:ln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652822" y="641017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1652822" y="69589"/>
              <a:ext cx="6340585" cy="634058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1341475" y="6363128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341475" y="4777981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1341475" y="3192835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341475" y="1607689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341475" y="22543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35" name="pl35"/>
            <p:cNvSpPr/>
            <p:nvPr/>
          </p:nvSpPr>
          <p:spPr>
            <a:xfrm>
              <a:off x="1618027" y="64101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618027" y="48250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618027" y="32398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618027" y="16547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618027" y="695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652822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237968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823114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408261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993407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1528463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113610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0.25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98756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83902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869048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334459" y="6632322"/>
              <a:ext cx="977310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1 - specificity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829181" y="3181039"/>
              <a:ext cx="760506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Sensitivity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5694299" y="4633556"/>
              <a:ext cx="2061981" cy="10170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763888" y="470314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785834" y="481287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5763888" y="492260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785834" y="503232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763888" y="514205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785834" y="525178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5763888" y="536151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785834" y="547124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6052933" y="4762398"/>
              <a:ext cx="1235720" cy="1009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TyG (AUC = 0.592)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052933" y="4981854"/>
              <a:ext cx="1633758" cy="1009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TyG-ABSI (AUC = 0.670)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052933" y="5201310"/>
              <a:ext cx="1206825" cy="1009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AIP (AUC = 0.588)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052933" y="5420766"/>
              <a:ext cx="1576517" cy="1009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METS-IR (AUC = 0.604)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81003" y="0"/>
              <a:ext cx="6981992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652822" y="69589"/>
              <a:ext cx="6340585" cy="63405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652822" y="5617600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652822" y="4032454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52822" y="2447308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52822" y="862162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445395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30541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615687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200834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652822" y="6410174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652822" y="4825027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652822" y="3239881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652822" y="1654735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652822" y="69589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652822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237968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823114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408261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993407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652822" y="69589"/>
              <a:ext cx="6340585" cy="6340585"/>
            </a:xfrm>
            <a:custGeom>
              <a:avLst/>
              <a:pathLst>
                <a:path w="6340585" h="6340585">
                  <a:moveTo>
                    <a:pt x="0" y="6340585"/>
                  </a:moveTo>
                  <a:lnTo>
                    <a:pt x="1669674" y="4160697"/>
                  </a:lnTo>
                  <a:lnTo>
                    <a:pt x="3277059" y="2329194"/>
                  </a:lnTo>
                  <a:lnTo>
                    <a:pt x="4830269" y="836121"/>
                  </a:lnTo>
                  <a:lnTo>
                    <a:pt x="6340585" y="0"/>
                  </a:ln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652822" y="69589"/>
              <a:ext cx="6340585" cy="6340585"/>
            </a:xfrm>
            <a:custGeom>
              <a:avLst/>
              <a:pathLst>
                <a:path w="6340585" h="6340585">
                  <a:moveTo>
                    <a:pt x="0" y="6340585"/>
                  </a:moveTo>
                  <a:lnTo>
                    <a:pt x="1618388" y="3294715"/>
                  </a:lnTo>
                  <a:lnTo>
                    <a:pt x="3277712" y="1373627"/>
                  </a:lnTo>
                  <a:lnTo>
                    <a:pt x="4896101" y="228937"/>
                  </a:lnTo>
                  <a:lnTo>
                    <a:pt x="6340585" y="0"/>
                  </a:ln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652822" y="69589"/>
              <a:ext cx="6340585" cy="6340585"/>
            </a:xfrm>
            <a:custGeom>
              <a:avLst/>
              <a:pathLst>
                <a:path w="6340585" h="6340585">
                  <a:moveTo>
                    <a:pt x="0" y="6340585"/>
                  </a:moveTo>
                  <a:lnTo>
                    <a:pt x="1662587" y="4190559"/>
                  </a:lnTo>
                  <a:lnTo>
                    <a:pt x="3245542" y="2329194"/>
                  </a:lnTo>
                  <a:lnTo>
                    <a:pt x="4796140" y="836121"/>
                  </a:lnTo>
                  <a:lnTo>
                    <a:pt x="6340585" y="0"/>
                  </a:ln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652822" y="69589"/>
              <a:ext cx="6340585" cy="6340585"/>
            </a:xfrm>
            <a:custGeom>
              <a:avLst/>
              <a:pathLst>
                <a:path w="6340585" h="6340585">
                  <a:moveTo>
                    <a:pt x="0" y="6340585"/>
                  </a:moveTo>
                  <a:lnTo>
                    <a:pt x="1657832" y="3862083"/>
                  </a:lnTo>
                  <a:lnTo>
                    <a:pt x="3300744" y="1781734"/>
                  </a:lnTo>
                  <a:lnTo>
                    <a:pt x="4903654" y="467829"/>
                  </a:lnTo>
                  <a:lnTo>
                    <a:pt x="6340585" y="0"/>
                  </a:ln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652822" y="641017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1652822" y="69589"/>
              <a:ext cx="6340585" cy="634058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1341475" y="6363128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341475" y="4777981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1341475" y="3192835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341475" y="1607689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341475" y="22543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35" name="pl35"/>
            <p:cNvSpPr/>
            <p:nvPr/>
          </p:nvSpPr>
          <p:spPr>
            <a:xfrm>
              <a:off x="1618027" y="64101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618027" y="48250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618027" y="32398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618027" y="16547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618027" y="695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652822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237968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823114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408261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993407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1528463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113610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0.25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98756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83902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869048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334459" y="6632322"/>
              <a:ext cx="977310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1 - specificity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829181" y="3181039"/>
              <a:ext cx="760506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Sensitivity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5694299" y="4633556"/>
              <a:ext cx="2061981" cy="10170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763888" y="470314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785834" y="481287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5763888" y="492260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785834" y="503232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763888" y="514205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785834" y="525178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5763888" y="536151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785834" y="547124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6052933" y="4762398"/>
              <a:ext cx="1235720" cy="1009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TyG (AUC = 0.575)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052933" y="4981854"/>
              <a:ext cx="1633758" cy="1009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TyG-ABSI (AUC = 0.673)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052933" y="5201310"/>
              <a:ext cx="1206825" cy="1009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AIP (AUC = 0.577)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052933" y="5420766"/>
              <a:ext cx="1576517" cy="1009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METS-IR (AUC = 0.621)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81003" y="0"/>
              <a:ext cx="6981992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652822" y="69589"/>
              <a:ext cx="6340585" cy="63405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652822" y="5617600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652822" y="4032454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52822" y="2447308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52822" y="862162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445395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30541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615687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200834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652822" y="6410174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652822" y="4825027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652822" y="3239881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652822" y="1654735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652822" y="69589"/>
              <a:ext cx="6340585" cy="0"/>
            </a:xfrm>
            <a:custGeom>
              <a:avLst/>
              <a:pathLst>
                <a:path w="6340585" h="0">
                  <a:moveTo>
                    <a:pt x="0" y="0"/>
                  </a:move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652822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237968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823114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408261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993407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652822" y="69589"/>
              <a:ext cx="6340585" cy="6340585"/>
            </a:xfrm>
            <a:custGeom>
              <a:avLst/>
              <a:pathLst>
                <a:path w="6340585" h="6340585">
                  <a:moveTo>
                    <a:pt x="0" y="6340585"/>
                  </a:moveTo>
                  <a:lnTo>
                    <a:pt x="1668312" y="4323846"/>
                  </a:lnTo>
                  <a:lnTo>
                    <a:pt x="3272499" y="2417974"/>
                  </a:lnTo>
                  <a:lnTo>
                    <a:pt x="4825817" y="902781"/>
                  </a:lnTo>
                  <a:lnTo>
                    <a:pt x="6340585" y="0"/>
                  </a:ln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652822" y="69589"/>
              <a:ext cx="6340585" cy="6340585"/>
            </a:xfrm>
            <a:custGeom>
              <a:avLst/>
              <a:pathLst>
                <a:path w="6340585" h="6340585">
                  <a:moveTo>
                    <a:pt x="0" y="6340585"/>
                  </a:moveTo>
                  <a:lnTo>
                    <a:pt x="1608887" y="3431623"/>
                  </a:lnTo>
                  <a:lnTo>
                    <a:pt x="3264601" y="1430723"/>
                  </a:lnTo>
                  <a:lnTo>
                    <a:pt x="4888909" y="395956"/>
                  </a:lnTo>
                  <a:lnTo>
                    <a:pt x="6340585" y="0"/>
                  </a:ln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652822" y="69589"/>
              <a:ext cx="6340585" cy="6340585"/>
            </a:xfrm>
            <a:custGeom>
              <a:avLst/>
              <a:pathLst>
                <a:path w="6340585" h="6340585">
                  <a:moveTo>
                    <a:pt x="0" y="6340585"/>
                  </a:moveTo>
                  <a:lnTo>
                    <a:pt x="1661542" y="4360802"/>
                  </a:lnTo>
                  <a:lnTo>
                    <a:pt x="3242410" y="2513004"/>
                  </a:lnTo>
                  <a:lnTo>
                    <a:pt x="4792438" y="960854"/>
                  </a:lnTo>
                  <a:lnTo>
                    <a:pt x="6340585" y="0"/>
                  </a:ln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652822" y="69589"/>
              <a:ext cx="6340585" cy="6340585"/>
            </a:xfrm>
            <a:custGeom>
              <a:avLst/>
              <a:pathLst>
                <a:path w="6340585" h="6340585">
                  <a:moveTo>
                    <a:pt x="0" y="6340585"/>
                  </a:moveTo>
                  <a:lnTo>
                    <a:pt x="1653268" y="3991242"/>
                  </a:lnTo>
                  <a:lnTo>
                    <a:pt x="3293655" y="1974503"/>
                  </a:lnTo>
                  <a:lnTo>
                    <a:pt x="4897559" y="580736"/>
                  </a:lnTo>
                  <a:lnTo>
                    <a:pt x="6340585" y="0"/>
                  </a:lnTo>
                  <a:lnTo>
                    <a:pt x="6340585" y="0"/>
                  </a:lnTo>
                  <a:lnTo>
                    <a:pt x="634058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652822" y="641017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1652822" y="69589"/>
              <a:ext cx="6340585" cy="634058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1341475" y="6363128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341475" y="4777981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1341475" y="3192835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341475" y="1607689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341475" y="22543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35" name="pl35"/>
            <p:cNvSpPr/>
            <p:nvPr/>
          </p:nvSpPr>
          <p:spPr>
            <a:xfrm>
              <a:off x="1618027" y="64101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618027" y="48250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618027" y="32398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618027" y="16547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618027" y="695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652822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237968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823114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408261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993407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1528463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113610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0.25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98756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83902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869048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334459" y="6632322"/>
              <a:ext cx="977310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1 - specificity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829181" y="3181039"/>
              <a:ext cx="760506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Sensitivity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5694299" y="4633556"/>
              <a:ext cx="2061981" cy="10170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763888" y="470314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785834" y="481287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5763888" y="492260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785834" y="503232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763888" y="514205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785834" y="525178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5763888" y="536151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785834" y="547124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6052933" y="4762398"/>
              <a:ext cx="1235720" cy="1009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TyG (AUC = 0.563)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052933" y="4981854"/>
              <a:ext cx="1633758" cy="1009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TyG-ABSI (AUC = 0.660)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052933" y="5201310"/>
              <a:ext cx="1206825" cy="1009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AIP (AUC = 0.558)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052933" y="5420766"/>
              <a:ext cx="1576517" cy="1009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METS-IR (AUC = 0.604)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2026-02-05T15:37:24Z</dcterms:modified>
  <cp:category/>
</cp:coreProperties>
</file>